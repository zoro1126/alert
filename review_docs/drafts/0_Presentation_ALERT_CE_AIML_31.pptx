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033F40-535F-461D-9D85-6566AF791E4F}">
  <a:tblStyle styleId="{C5033F40-535F-461D-9D85-6566AF791E4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3" title="SOU_LOGO_new-removebg (1) (9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2610" t="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 title="SOU_LOGO_new-removebg (1) (9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3"/>
          <p:cNvGraphicFramePr/>
          <p:nvPr/>
        </p:nvGraphicFramePr>
        <p:xfrm>
          <a:off x="1041575" y="4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{C5033F40-535F-461D-9D85-6566AF791E4F}</a:tableStyleId>
              </a:tblPr>
              <a:tblGrid>
                <a:gridCol w="4070375"/>
                <a:gridCol w="5948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CE_AIML_31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2301030600043, </a:t>
                      </a:r>
                      <a:r>
                        <a:rPr b="1" lang="en-IN" sz="18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2301030600045, 2301030600049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Prem Deshani, Kavya Kothari, Mehulsinh Rathod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BTech. CE-AIML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Ms Vishwa Patel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805796" y="822153"/>
            <a:ext cx="10580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1010063491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A.L.E.R.T.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Bibliography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Automotive Safety Crisis: Driver fatigue causes over 20% of commercial vehicle crashes worldwide, making real-time Driver Monitoring Systems (DMS) essential.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Facial Behavioral Analysis: Uses non-invasive computer vision to analyze eye openness (EAR), yawning (MAR), PERCLOS, and head pose angles.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The Non-IoT Edge Approach: Executes 100% on-device AI inference directly on embedded hardware (Raspberry Pi 5 / NVIDIA Jetson Orin Nano).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Key Technical Advantages: Delivers sub-5ms latency, complete offline reliability, zero cellular bandwidth cost ($0/mo), and total data privacy (GDPR compliance).</a:t>
            </a:r>
            <a:endParaRPr sz="2500"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Flaws of Cloud/IoT Architectures: Cloud-dependent systems suffer from network latency jitter (150ms–500ms+), rendering micro-sleep alerts ineffective.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Connectivity Dead Zones: Vehicles frequently navigate tunnels, mountain passes, and rural highways where 4G/5G cellular signal is lost.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Biometric Privacy Liabilities: Transmitting high-definition facial video streams to cloud servers poses severe GDPR and biometric privacy risks.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High Operating Expense: Cloud video streaming costs $15–$30/month per vehicle in cellular data and cloud server compute fees.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Edge Motivation: An autonomous, sub-5ms on-device system guarantees 100% alert reliability anywhere without recurring costs.</a:t>
            </a:r>
            <a:endParaRPr sz="2500"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Sub-5ms Compression Pipeline: Combines MediaPipe BlazeFace + Face Mesh backbones with Quantization-Aware Training (QAT INT8) for sub-5ms inference.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24/7 NIR Lighting Robustness: Implements 850nm / 940nm Near-Infrared illumination with adaptive CLAHE contrast enhancement for day &amp; night operation.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Eyewear &amp; Sunglasses Robustness: Features dual-wavelength NIR penetration and dynamic fallback to Mouth Aspect Ratio (MAR) + Head Nodding when eyes are occluded.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Personalized Calibration (&lt;10s): Automatically calculates baseline thresholds (EAR_thresh = mean - 2.5*std) without manual configuration.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Commercial Relevance: Reduces fleet accident rates, lowers insurance liabilities, and scales easily across commercial trucking, buses, and ride-shares.</a:t>
            </a:r>
            <a:endParaRPr sz="2300"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Soukupova &amp; Cech (2016) [R1]: Introduced Eye Aspect Ratio (EAR) using 68 facial landmarks for real-time blink and eye closure detection.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Dinges &amp; Grace (1998) [R2]: Established PERCLOS (Percentage of Eye Closure &gt;= 80% over time window) as the gold standard fatigue metric.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Garces et al. (2021) [R5]: Formulated Mouth Aspect Ratio (MAR) to quantify yawning magnitude and duration.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Dzyakanchuk et al. (2022) [R3]: Evaluated low-power CNN face detection on Raspberry Pi embedded hardware.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Research Gap Addressed: Existing literature lacks sub-5ms INT8 quantized multi-metric landmark pipelines with NIR robustness on sub-$100 edge hardware.</a:t>
            </a:r>
            <a:endParaRPr sz="2500"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Develop a 100% offline Non-IoT Edge driver monitoring system executing in under 5 ms frame latency (200+ FPS capability).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Implement mathematical models for Eye Aspect Ratio (EAR), Mouth Aspect Ratio (MAR), PERCLOS, and 3D Head Pose Euler angles.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Design a 4-stage compression pipeline (Architecture Selection -&gt; Knowledge Distillation -&gt; Structured Pruning -&gt; QAT INT8).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Achieve 24/7 lighting robustness using active NIR (850nm/940nm) illumination and adaptive CLAHE contrast enhancement.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Provide eyewear robustness with an automated fallback scoring matrix for dark and mirrored sunglasses.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Deploy and benchmark on sub-$100 hardware (RPi 5 + Google Coral / Hailo-8L) and NVIDIA Jetson Orin Nano.</a:t>
            </a:r>
            <a:endParaRPr sz="2300"/>
          </a:p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Hardware Platforms: Raspberry Pi 5 ($35), Google Coral USB Edge TPU ($60), Hailo-8L 13 TOPS HAT ($70), NVIDIA Jetson Orin Nano ($249).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Optical Hardware: Near-Infrared (NIR) 850nm/940nm LED arrays, narrow bandpass optical filters, No-IR-Cut camera sensor.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Programming Runtimes: Python 3.10+ &amp; C++17 for high-performance multithreaded frame ingestion and inference.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Vision &amp; AI Runtimes: OpenCV 4.8+ (CLAHE, V4L2 pipeline), MediaPipe Tasks API (468 3D landmarks), TFLite INT8 (XNNPACK), TensorRT 8.6+, HailoRT.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ML Classifiers &amp; HMI: Scikit-Learn (SVM RBF classifier for 4-level fatigue grading), RPi.GPIO / python-can for physical buzzer &amp; CAN bus alert output.</a:t>
            </a:r>
            <a:endParaRPr sz="2500"/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Stage 1 - Preprocessing: V4L2 NIR frame capture (1080p@30fps) -&gt; Color space conversion -&gt; Adaptive CLAHE (clipLimit=4.0, grid 8x8).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Stage 2 - Edge AI Inference: BlazeFace face detection (1.5ms) -&gt; 468-point Face Mesh INT8 landmark extraction (2.5ms).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Stage 3 - Metric &amp; Calibration: Compute EAR, MAR, PERCLOS, and 3D Head Pose via cv2.solvePnP(). Auto-calibrate baseline in &lt; 10 seconds.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Stage 4 - Compression Pipeline: Teacher ResNet-50 distillation -&gt; 30% structured channel pruning -&gt; 5-epoch Quantization-Aware Training (QAT INT8).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Stage 5 - Classification &amp; Alerting: 3-Feature SVM (PERCLOS + EAR + MAR) evaluates fatigue severity (Level 0: Alert -&gt; Level 3: Micro-sleep Hazard) in &lt; 0.1ms.</a:t>
            </a:r>
            <a:endParaRPr sz="2300"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Bibliography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[R1] Soukupova, T., &amp; Cech, J. (2016). Real-Time Eye Blink Detection Using Facial Landmarks. Computer Vision Winter Workshop.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[R2] Dinges, D. F., &amp; Grace, R. (1998). PERCLOS: A Valid Psychophysiological Measure of Alertness. US Dept of Transportation.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[R3] Dzyakanchuk, A., et al. (2022). Low-Power Face Detection on Raspberry Pi for Automotive DMS. IEEE Access.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[R4] Acharjee, S., et al. (2020). Edge-Based Driver Drowsiness Monitoring on Embedded Hardware. SN Computer Science.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[R5] Garces, M., et al. (2021). Automated Yawn Detection Using Mouth Aspect Ratio. IEEE Sensors Journal.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[R6] MediaPipe Face Mesh Topology (468 3D Landmarks). Google AI Edge Documentation (2023).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[R7] NVIDIA TensorRT INT8 Developer Guide for Jetson Orin Platform (2024).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[R8] Hailo-8L Dataflow Compiler &amp; Software Suite User Guide (2024).</a:t>
            </a:r>
            <a:endParaRPr sz="1900"/>
          </a:p>
        </p:txBody>
      </p:sp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